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Construction Multi-Agent</a:t>
            </a:r>
            <a:br/>
            <a:r>
              <a:t>Control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DE1EE"/>
                </a:solidFill>
              </a:defRPr>
            </a:pPr>
            <a:r>
              <a:t>Governed local AI with controlled RAG, deterministic grounding, authenticated approval, CPM analysis, and auditable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https://github.com/passantabdou23-svg/Construction-MultiAgent-System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Problem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Construction changes create technical, procurement, and schedule consequences.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Ungoverned LLM output can create unsupported claims or premature actions.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Objective: controlled evidence, deterministic checks, human authority, and traceability.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Success means safe state transitions—not autonomous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Scope and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Controlled single-workstation prototype using local Streamlit, Ollama, ChromaDB, and SQLite.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Approved Documents A, C, K, and 7 apply to England—not Egyptian compliance authority.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Procurement outputs are unverified planning estimates.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CPM uses a five-task demonstration network.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Licensed engineers retain decision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Implemented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Streamlit → validation → governed agent pipeline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Discipline router → hybrid retrieval → controlled citations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Ollama extraction → deterministic grounding guard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Immutable package → authenticated human approval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Approval → procurement planning + deterministic CPM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SQLite → SHA-256 audit chain → validated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Governed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1  PREPARER submits a bounded site note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2  RAG retrieves controlled versioned evidence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3  Grounding verifies claims, numbers, chunks, and exact quotes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4  Immutable snapshot enters the approval queue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5  A different reviewer reauthenticates and decides once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6  Approval alone unlocks procurement and CPM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7  Every transition is persisted and hash-chained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Controlled RAG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4 official England Approved Documents: A, C, K, and 7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198 PDF pages; 190 searchable pages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586 auditable chunks; 526 retrieval-eligible chunks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Clause-level citation and governance metadata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Covers/contents audited but excluded from retrieval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Source and embedding contracts prevent stale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Persistent 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Pretrained all-MiniLM-L6-v2 embeddings run locally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Persistent ChromaDB survives restarts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75% semantic + 25% BM25-style lexical relevance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Discipline-aware routing reduces cross-document noise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Confidence floor 0.45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Low-confidence and out-of-scope questions are refused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Claim-level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Every accepted claim cites an immutable chunk and verbatim quote.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Numbers must be supported by evidence or bounded site facts.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Unavailable chunks, altered quotes, conflicts, and evidence-created items are rejected.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Deterministic verification remains authoritative.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Unsupported numeric claims in two live trials were refused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Authenticated human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PREPARER · DESIGN_REVIEWER · PROJECT_MANAGER · ADMIN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Scrypt passwords, server-side sessions, lockout and expiry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Separation of duties blocks self-approval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Fresh password verification before decision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Immutable snapshots and single-use decisions block replay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Procurement and scheduling remain blocked until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Procurement and CPM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Supplier, price, and delivery records remain PENDING_VERIFICATION.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No live supplier API or verified quotation source is claimed.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Python recalculates totals and dates.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NetworkX computes deterministic CPM after approval.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The schedule is a five-task demonstration—not a production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Data integrity and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Transactional SQLite and non-destructive migrations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Ordered SHA-256 event chain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Server-side integrity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SQLite online backup + SHA-256 manifest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Guarded, validated, atomic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Accepted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3 active authenticated accounts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1 grounded revision and immutable package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Different reviewer approved after reauthentication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1 unverified procurement record and 1 CPM impact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0 pending approvals and 0 failed runs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18-event audit chain and pre-release backup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Measured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73 repository tests + 3 stress tests passed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Hit@5 100% · Top-1 100% · MRR 1.000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Routing 100%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Positive acceptance 100% · negative rejection 100%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Grounding acceptance 100% · guard rejection 100%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Metrics apply only to labelled controlled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Deployment and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Python 3.12 with exact dependency pins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Localhost default on the Ollama workstation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LAN credentials require HTTPS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Deterministic release and acceptance checks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Privacy-safe Markdown + JSON evidence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Activation-ready GitHub Actions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Explicit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No MFA, enterprise SSO, recovery, or legal e-signature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Audit is not digitally signed or externally anchored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No verified supplier integration or production monitoring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England sources do not establish Egyptian compliance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Limited evaluation sets do not prove universal correctness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System supports—not replaces—licensed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E7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External identity, MFA, recovery, and enterprise RBAC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Signed or externally anchored audit checkpoints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Verified supplier and project-planning connectors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Larger independent and adversarial evaluations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Production observability and incident response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Licensed-engineer safety and usability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Project assets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Live workflow: prepare → inspect → reauthenticate → decide → trace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Role-aware dashboard and audit views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ACCEPTANCE_REPORT.md + ACCEPTANCE_EVIDENCE.json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mULTIaGENTS.docx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MultiAgents.mp4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Repository: https://github.com/passantabdou23-svg/Construction-MultiAgent-System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A complete governed prototype—not an autonomous construction authority.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Controlled evidence + deterministic refusal + authenticated approval + traceability.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Reproducible, testable, recoverable, and explicit about limitations.</a:t>
            </a:r>
          </a:p>
          <a:p>
            <a:pPr>
              <a:spcAft>
                <a:spcPts val="1200"/>
              </a:spcAft>
              <a:defRPr sz="1800">
                <a:solidFill>
                  <a:srgbClr val="18274B"/>
                </a:solidFill>
              </a:defRPr>
            </a:pPr>
            <a:r>
              <a:t>Questions and review feedback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Controlled local prototype · Acronyms are defined at first use or in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